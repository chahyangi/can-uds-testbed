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이번 주 실습 · Weekly Progress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테스트베드를 직접 구축하고, 논문의 공격 2건을 코드로 재현했다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C7A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구성부터 공격 스크립트 작성·실행까지 전 과정을 GitHub에 기록했다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A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 실습 (Weekly Progress)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1094415" cy="34290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03120"/>
            <a:ext cx="793973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공통 실습 체크리스트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716975" y="2103120"/>
            <a:ext cx="2926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446020"/>
            <a:ext cx="11094415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446020"/>
            <a:ext cx="793973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Ubuntu 및 Docker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716975" y="2571750"/>
            <a:ext cx="91440" cy="914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8899855" y="2446020"/>
            <a:ext cx="2743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788920"/>
            <a:ext cx="11094415" cy="342900"/>
          </a:xfrm>
          <a:prstGeom prst="rect">
            <a:avLst/>
          </a:prstGeom>
          <a:solidFill>
            <a:srgbClr val="F7F9FC"/>
          </a:solidFill>
          <a:ln w="6350">
            <a:solidFill>
              <a:srgbClr val="C7D2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788920"/>
            <a:ext cx="793973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SocketCAN과 vCAN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716975" y="2914650"/>
            <a:ext cx="91440" cy="914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8899855" y="2788920"/>
            <a:ext cx="2743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131820"/>
            <a:ext cx="11094415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131820"/>
            <a:ext cx="793973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CAN 메시지 송수신 및 로깅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716975" y="3257550"/>
            <a:ext cx="91440" cy="914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8899855" y="3131820"/>
            <a:ext cx="2743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474720"/>
            <a:ext cx="11094415" cy="342900"/>
          </a:xfrm>
          <a:prstGeom prst="rect">
            <a:avLst/>
          </a:prstGeom>
          <a:solidFill>
            <a:srgbClr val="F7F9FC"/>
          </a:solidFill>
          <a:ln w="6350">
            <a:solidFill>
              <a:srgbClr val="C7D2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474720"/>
            <a:ext cx="793973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ISO-TP 및 UDS 기본 통신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716975" y="3600450"/>
            <a:ext cx="91440" cy="914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5" name="Text 23"/>
          <p:cNvSpPr/>
          <p:nvPr/>
        </p:nvSpPr>
        <p:spPr>
          <a:xfrm>
            <a:off x="8899855" y="3474720"/>
            <a:ext cx="2743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817620"/>
            <a:ext cx="11094415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3817620"/>
            <a:ext cx="793973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Tester ↔ 가상 ECU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716975" y="3943350"/>
            <a:ext cx="91440" cy="914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9" name="Text 27"/>
          <p:cNvSpPr/>
          <p:nvPr/>
        </p:nvSpPr>
        <p:spPr>
          <a:xfrm>
            <a:off x="8899855" y="3817620"/>
            <a:ext cx="2743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4160520"/>
            <a:ext cx="11094415" cy="342900"/>
          </a:xfrm>
          <a:prstGeom prst="rect">
            <a:avLst/>
          </a:prstGeom>
          <a:solidFill>
            <a:srgbClr val="F7F9FC"/>
          </a:solidFill>
          <a:ln w="6350">
            <a:solidFill>
              <a:srgbClr val="C7D2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160520"/>
            <a:ext cx="793973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가상 ECU / Emulator (stateful_ecu.py)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716975" y="4286250"/>
            <a:ext cx="91440" cy="914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3" name="Text 31"/>
          <p:cNvSpPr/>
          <p:nvPr/>
        </p:nvSpPr>
        <p:spPr>
          <a:xfrm>
            <a:off x="8899855" y="4160520"/>
            <a:ext cx="2743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503420"/>
            <a:ext cx="11094415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4503420"/>
            <a:ext cx="793973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 공격 2건 재현 (0x22 과부하 · 세션 거부)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716975" y="4629150"/>
            <a:ext cx="91440" cy="914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7" name="Text 35"/>
          <p:cNvSpPr/>
          <p:nvPr/>
        </p:nvSpPr>
        <p:spPr>
          <a:xfrm>
            <a:off x="8899855" y="4503420"/>
            <a:ext cx="2743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4846320"/>
            <a:ext cx="11094415" cy="342900"/>
          </a:xfrm>
          <a:prstGeom prst="rect">
            <a:avLst/>
          </a:prstGeom>
          <a:solidFill>
            <a:srgbClr val="F7F9FC"/>
          </a:solidFill>
          <a:ln w="6350">
            <a:solidFill>
              <a:srgbClr val="C7D2E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4846320"/>
            <a:ext cx="793973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QEMU 기본 구성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716975" y="4972050"/>
            <a:ext cx="91440" cy="91440"/>
          </a:xfrm>
          <a:prstGeom prst="ellipse">
            <a:avLst/>
          </a:prstGeom>
          <a:solidFill>
            <a:srgbClr val="8899B5"/>
          </a:solidFill>
          <a:ln/>
        </p:spPr>
      </p:sp>
      <p:sp>
        <p:nvSpPr>
          <p:cNvPr id="41" name="Text 39"/>
          <p:cNvSpPr/>
          <p:nvPr/>
        </p:nvSpPr>
        <p:spPr>
          <a:xfrm>
            <a:off x="8899855" y="4846320"/>
            <a:ext cx="2743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A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미완료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48640" y="5189220"/>
            <a:ext cx="11094415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E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5189220"/>
            <a:ext cx="793973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실행 환경 공유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716975" y="5314950"/>
            <a:ext cx="91440" cy="914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45" name="Text 43"/>
          <p:cNvSpPr/>
          <p:nvPr/>
        </p:nvSpPr>
        <p:spPr>
          <a:xfrm>
            <a:off x="8899855" y="5189220"/>
            <a:ext cx="2743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65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중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C7A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항목은 팀 전체가 재현할 수 있는 기본 Skill Set을 맞추는 목적이고, 가상 ECU와 공격 재현 항목은 아래 슬라이드에서 자세히 다룬다.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이번 주 실습 · Tool &amp; Skill 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가상화부터 CI까지, 이번 주에 실제로 손댄 도구들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A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 실습 (Weekly Progress)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1094415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35458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233355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3545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가상화 · OS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60320" y="2103120"/>
            <a:ext cx="8808415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VirtualBox   ·   Ubuntu 24.04.4 Server (amd64)   ·   OpenSSH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172968"/>
            <a:ext cx="11094415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42442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42442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/ 진단 스택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0" y="3172968"/>
            <a:ext cx="8808415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SocketCAN (vcan, can_isotp)   ·   can-utils (cansend/candump/isotpsend)   ·   python-can-isotp   ·   udsoncan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42816"/>
            <a:ext cx="11094415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494276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49427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진단 프레임워크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0" y="4242816"/>
            <a:ext cx="8808415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Gallia 2.1.1 (pipx)   ·   iso14229 (C, git submodule)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312664"/>
            <a:ext cx="11094415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5564124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56412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· 협업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60320" y="5312664"/>
            <a:ext cx="8808415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3.12 / unittest   ·   Git · GitHub   ·   GitHub Actions (CI)   ·   Docker · Bash (Makefile)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이번 주 실습 · 참고 자료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읽고, 무엇 위에 코드를 얹었나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A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 실습 (Weekly Progress)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1094415" cy="1234440"/>
          </a:xfrm>
          <a:prstGeom prst="roundRect">
            <a:avLst>
              <a:gd name="adj" fmla="val 4444"/>
            </a:avLst>
          </a:prstGeom>
          <a:solidFill>
            <a:srgbClr val="EAF4F2"/>
          </a:solidFill>
          <a:ln w="12700">
            <a:solidFill>
              <a:srgbClr val="C7D2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267712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 논문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578608"/>
            <a:ext cx="10454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B4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Exploiting Diagnostic Protocol Vulnerabilities on Embedded Networks in Commercial Vehicles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4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 Chatterjee, Green, Daily (Colorado State University), VehicleSec 2024. 이번 주 재현한 V-A·V-B 공격의 원 논문.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6616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522415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저장소 / 패키지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3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역할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3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github.com/chahyangi/can-uds-testbed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우리 조 테스트베드 저장소 — 이번 주 stateful_ecu.py, attacks/ 커밋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Gallia (pipx install gallia==2.1.1)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Random UDS Virtual ECU · Tester 프레임워크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can-isotp (pylessard/python-can-isotp)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SocketCAN ISO-TP 소켓의 Python 바인딩 — 공격 스크립트의 기반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driftregion/iso14229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 기반 임베디드 UDS 스택, git submodule — 다음 단계 대상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환경 구축 · Testbed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Windows 위에 진짜 Linux CAN 버스를 올렸다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C7A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VirtualBox로 Ubuntu Server를 띄우고, SocketCAN·vcan0으로 CAN 프레임을 주고받는 기반부터 직접 구축했다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A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환경 구축 (Testbed Setup)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484778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404872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23335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40487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가상머신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2926080"/>
            <a:ext cx="30275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car0822 · Ubuntu 24.04.4 Server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3657600"/>
            <a:ext cx="30275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VirtualBox, amd64 · 메모리 4096MB / vCPU 1 / VDI 25GB. NAT 포트포워딩 127.0.0.1:2022 → 게스트 22로 Windows PowerShell에서 SSH 접속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53458" y="2148840"/>
            <a:ext cx="3484778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82058" y="2404872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4582058" y="240487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가상 CAN 버스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82058" y="2926080"/>
            <a:ext cx="30275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SocketCAN vcan0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82058" y="3657600"/>
            <a:ext cx="30275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vcan·can_isotp 커널 모듈 로드 후 vcan0 생성 — 물리 CAN 장비 없이 can-utils(cansend/candump)로 123#11223344 프레임 송수신 검증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58277" y="2148840"/>
            <a:ext cx="3484778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86877" y="2404872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19" name="Text 17"/>
          <p:cNvSpPr/>
          <p:nvPr/>
        </p:nvSpPr>
        <p:spPr>
          <a:xfrm>
            <a:off x="8386877" y="240487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컨테이너 확장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386877" y="2926080"/>
            <a:ext cx="30275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--network host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86877" y="3657600"/>
            <a:ext cx="30275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docker.io 컨테이너가 호스트 네임스페이스를 공유 — 컨테이너 안에서도 동일한 vcan0으로 456#DEADBEEF 프레임 공유 확인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53949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1F4F9"/>
          </a:solidFill>
          <a:ln w="12700">
            <a:solidFill>
              <a:srgbClr val="C7D2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5394960"/>
            <a:ext cx="10454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</a:t>
            </a:r>
            <a:pPr indent="0" marL="0">
              <a:buNone/>
            </a:pPr>
            <a:r>
              <a:rPr lang="en-US" sz="1200" i="1" dirty="0">
                <a:solidFill>
                  <a:srgbClr val="2333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Windows 호스트에서 Ubuntu Server, SocketCAN/vCAN, Docker를 연결한 1단계 CAN 테스트베드 구축 목표를 달성했다</a:t>
            </a:r>
            <a:pPr indent="0" marL="0">
              <a:buNone/>
            </a:pPr>
            <a:r>
              <a:rPr lang="en-US" sz="1200" dirty="0">
                <a:solidFill>
                  <a:srgbClr val="6C7A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”  — 1단계 실습 보고서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환경 구축 · 구축 단계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VM 생성부터 vcan0 검증까지 다섯 단계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A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환경 구축 (Testbed Setup)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1094415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217420"/>
            <a:ext cx="457200" cy="457200"/>
          </a:xfrm>
          <a:prstGeom prst="ellipse">
            <a:avLst/>
          </a:prstGeom>
          <a:solidFill>
            <a:srgbClr val="233355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2174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2212848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VM 생성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63040" y="2505456"/>
            <a:ext cx="99056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VirtualBox에 car0822 생성, Ubuntu 24.04.4 Server(AMD64) ISO 지정 — 설치 화면을 직접 기록하려고 무인 설치는 해제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11094415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012948"/>
            <a:ext cx="457200" cy="457200"/>
          </a:xfrm>
          <a:prstGeom prst="ellipse">
            <a:avLst/>
          </a:prstGeom>
          <a:solidFill>
            <a:srgbClr val="233355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0129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3008376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Ubuntu 설치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3300984"/>
            <a:ext cx="99056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 vboxuser·호스트 car0822, 25GB 디스크에 guided storage + LVM, OpenSSH server 설치 활성화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694176"/>
            <a:ext cx="11094415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808476"/>
            <a:ext cx="457200" cy="457200"/>
          </a:xfrm>
          <a:prstGeom prst="ellipse">
            <a:avLst/>
          </a:prstGeom>
          <a:solidFill>
            <a:srgbClr val="233355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8084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3803904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SSH 접속 구성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63040" y="4096512"/>
            <a:ext cx="99056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VirtualBox NAT 포트포워딩(호스트 2022 → 게스트 22) 구성 — Windows PowerShell에서 127.0.0.1:2022로 접속 성공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489704"/>
            <a:ext cx="11094415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4604004"/>
            <a:ext cx="457200" cy="457200"/>
          </a:xfrm>
          <a:prstGeom prst="ellipse">
            <a:avLst/>
          </a:prstGeom>
          <a:solidFill>
            <a:srgbClr val="233355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6040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63040" y="4599432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vcan0 생성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63040" y="4892040"/>
            <a:ext cx="99056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vcan·can_isotp 모듈 로드 후 ip link add vcan0 type vcan — can-utils로 123#11223344 프레임 송수신 확인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5285232"/>
            <a:ext cx="11094415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399532"/>
            <a:ext cx="457200" cy="457200"/>
          </a:xfrm>
          <a:prstGeom prst="ellipse">
            <a:avLst/>
          </a:prstGeom>
          <a:solidFill>
            <a:srgbClr val="233355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3995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63040" y="5394960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공유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463040" y="5687568"/>
            <a:ext cx="99056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docker.io 설치, --network host 컨테이너에서 동일한 vcan0으로 456#DEADBEEF 프레임 공유 확인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환경 구축 · 시행착오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과정에서 만난 다섯 가지 문제와 해결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A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환경 구축 (Testbed Setup)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9441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480560"/>
                <a:gridCol w="3962095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3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원인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3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조치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35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호스트 포트 2222 충돌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Windows 예약 포트 대역(2180-2279)과 겹침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2022로 변경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SSH Connection refused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예약 대역 충돌로 VirtualBox가 호스트 포트를 바인딩하지 못함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포트를 2022로 재구성 후 접속 성공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localhost 접속 불안정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PowerShell에서 localhost가 IPv6로 해석될 수 있음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127.0.0.1을 명시해서 접속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터미널 붙여넣기 오류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bracketed paste 문자 혼입으로 command not found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명령을 직접 재입력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Docker 권한 오류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vboxuser가 docker 그룹에 미포함, docker.sock 권한 거부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sudo docker 사용 (그룹 추가는 신뢰된 사용자만)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45896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문제 모두 '기능 오류'가 아니라 Windows·VirtualBox·터미널 사이의 환경 차이에서 비롯됐다 — 재현 스크립트를 만들 때 그대로 반영했다.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환경 구축 · UDS 확장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vcan0 위에 ISO-TP·UDS를 얹어 Tester–ECU 왕복까지 검증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C7A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Gallia 2.1.1 Random UDS Virtual ECU + can-utils Tester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A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환경 구축 (Testbed Setup)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9441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103120"/>
                <a:gridCol w="6156655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관찰값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3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계층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3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해석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3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7E0#021001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CAN + ISO-TP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0x7E0 요청 · Single Frame 길이 2, payload는 10 01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10 01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UDS 요청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DiagnosticSessionControl(0x10), Default Session(0x01)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7E8#065001003201F4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CAN + ISO-TP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0x7E8 응답 · Single Frame 길이 6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 01 / 00 32 / 01 F4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UDS 응답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0x50 긍정 응답(세션 0x01 승인) · P2Server_max 50ms · P2*Server_max 5,000ms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837176"/>
            <a:ext cx="11094415" cy="502920"/>
          </a:xfrm>
          <a:prstGeom prst="roundRect">
            <a:avLst>
              <a:gd name="adj" fmla="val 10909"/>
            </a:avLst>
          </a:prstGeom>
          <a:solidFill>
            <a:srgbClr val="16233F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4837176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2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gallia script vecu rng "isotp://vcan0?tx_id=0x7e8&amp;rx_id=0x7e0&amp;is_fd=false" --seed 20260822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5477256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C7A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seed를 고정해 지원 세션·서비스 구성을 재실행마다 동일하게 만들고, can-utils Tester가 0x10 0x01 → 0x50 01 00 32 01 F4 왕복을 확인했다 — 이 vcan0·SSH 환경이 이후 stateful_ecu.py와 공격 스크립트를 얹은 기반이 됐다.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우리의 실습 재현 · Our Reproduction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V-A·V-B 공격을 GitHub 테스트베드에 실제로 구현했다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C7A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vcan0 위에서 세션 잠금이 있는 가상 ECU를 새로 만들고, 두 공격 스크립트로 직접 검증했다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A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우리의 실습 재현 (Our Reproduction)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484778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40487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4048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재현 대상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2926080"/>
            <a:ext cx="30275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0x22 과부하 + 세션 거부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77240" y="3703320"/>
            <a:ext cx="30275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 V-A·V-B — ISO 14229 표준 동작을 그대로 이용해 인증 우회 없이 ECU 가용성을 무너뜨리는 두 공격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53458" y="2148840"/>
            <a:ext cx="3484778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82058" y="240487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4582058" y="24048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환경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82058" y="2926080"/>
            <a:ext cx="30275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stateful_ecu.py + attacks/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582058" y="3703320"/>
            <a:ext cx="30275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SocketCAN vcan0 위에 세션 잠금이 있는 Python 가상 ECU를 새로 작성 — fake_ecu.py는 세션 상태가 없어 세션 탈취를 재현할 대상이 없었음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58277" y="2148840"/>
            <a:ext cx="3484778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86877" y="240487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19" name="Text 17"/>
          <p:cNvSpPr/>
          <p:nvPr/>
        </p:nvSpPr>
        <p:spPr>
          <a:xfrm>
            <a:off x="8386877" y="24048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방식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386877" y="2926080"/>
            <a:ext cx="30275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공격자·정상 테스터 CAN ID 분리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386877" y="3703320"/>
            <a:ext cx="30275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SocketCAN isotp는 소스 주소가 아닌 CAN ID 쌍으로 상대를 구분 — 공격자·정상 테스터를 별도 ID로 모델링해 스푸핑을 재현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3949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AF4F2"/>
          </a:solidFill>
          <a:ln w="12700">
            <a:solidFill>
              <a:srgbClr val="C7D2E3"/>
            </a:solidFill>
            <a:prstDash val="solid"/>
          </a:ln>
        </p:spPr>
      </p:sp>
      <p:pic>
        <p:nvPicPr>
          <p:cNvPr id="23" name="Image 0" descr="imgs/ecu_st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538252"/>
            <a:ext cx="4206240" cy="399217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303520" y="5394960"/>
            <a:ext cx="6065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코드: </a:t>
            </a:r>
            <a:pPr indent="0" marL="0">
              <a:buNone/>
            </a:pPr>
            <a:r>
              <a:rPr lang="en-US" sz="1250" b="1" dirty="0">
                <a:solidFill>
                  <a:srgbClr val="1B4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github.com/chahyangi/can-uds-testbed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1B4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attacks/overload_0x22.py · attacks/session_denial.py · stateful_ecu.py · docs/ATTACKS.md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V-A. 0x22 Read Data by ID 과부하 · 재현 1) 목표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논문의 가설을 가상 환경에서도 관찰할 수 있는가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C7A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가상 ECU에는 지켜야 할 '주기적 메시지'가 없다 — 그래서 대리 지표를 다시 설계했다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9D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V-A. 0x22 Read Data by ID 과부하 (재현)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1094415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286000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논문의 가설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10454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대량의 0x22 Read Data by Identifier 요청을 전송하면 ECU가 과부하되어, 주기적 메시지 전송과 같은 더 중요한 작업을 수행하지 못하게 될 수 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11094415" cy="1965960"/>
          </a:xfrm>
          <a:prstGeom prst="roundRect">
            <a:avLst>
              <a:gd name="adj" fmla="val 2791"/>
            </a:avLst>
          </a:prstGeom>
          <a:solidFill>
            <a:srgbClr val="EAF4F2"/>
          </a:solidFill>
          <a:ln w="12700">
            <a:solidFill>
              <a:srgbClr val="C7D2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114800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검증하려 한 것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4434840"/>
            <a:ext cx="1045433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B4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테스트베드의 가상 ECU에는 논문 속 실차 ECU처럼 보내야 할 주기적 브로드캐스트가 없다. 대신 공격자와 별도 신원(모니터)의 0x22 요청 자체가 얼마나 지연·유실되는지를 과부하의 대리 지표로 삼는다.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V-A · 재현 2) 구현 방법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공격자·모니터를 별도 CAN ID로 분리해 대기 없이 플러딩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C7A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attacks/overload_0x22.py의 --flood 모드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9D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V-A. 0x22 Read Data by ID 과부하 (재현)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1094415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322576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212848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신원 분리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2505456"/>
            <a:ext cx="99056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공격자는 tx=0x7E1/rx=0x7E9, 모니터는 tx=0x7E0/rx=0x7E8 — stateful_ecu.py가 두 소켓을 스레드로 동시에 서빙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127248"/>
            <a:ext cx="11094415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346704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236976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대기 없는 플러딩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529584"/>
            <a:ext cx="99056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공격자 스레드는 응답을 기다리지 않고 0x22 요청을 반복 전송 — recv 호출 자체가 없어 순수 송신 속도로 밀어붙임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151376"/>
            <a:ext cx="11094415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370832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4261104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 측정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63040" y="4553712"/>
            <a:ext cx="99056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모니터는 --monitor-interval-ms 간격으로 자기 자신의 0x22 요청을 보내고 왕복 지연·타임아웃을 기록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5312664"/>
            <a:ext cx="11094415" cy="502920"/>
          </a:xfrm>
          <a:prstGeom prst="roundRect">
            <a:avLst>
              <a:gd name="adj" fmla="val 10909"/>
            </a:avLst>
          </a:prstGeom>
          <a:solidFill>
            <a:srgbClr val="16233F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312664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2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attacks/overload_0x22.py --interface vcan0 --flood --duration 10 --monitor-interval-ms 1 --response-timeout 0.005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V-A · 재현 3) 결과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로그로 본 플러딩과 모니터 응답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9D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V-A. 0x22 Read Data by ID 과부하 (재현)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6035040" cy="374904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</p:sp>
      <p:pic>
        <p:nvPicPr>
          <p:cNvPr id="7" name="Image 0" descr="imgs/overload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721013"/>
            <a:ext cx="5577840" cy="78757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7240" y="2313432"/>
            <a:ext cx="128016" cy="128016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6"/>
          <p:cNvSpPr/>
          <p:nvPr/>
        </p:nvSpPr>
        <p:spPr>
          <a:xfrm>
            <a:off x="978408" y="225856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9D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--flood 실행 결과 요약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949440" y="2103120"/>
            <a:ext cx="4693615" cy="374904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</p:sp>
      <p:pic>
        <p:nvPicPr>
          <p:cNvPr id="11" name="Image 1" descr="imgs/overload_scro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2889" y="2606040"/>
            <a:ext cx="1686716" cy="30175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178040" y="2313432"/>
            <a:ext cx="128016" cy="12801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3" name="Text 9"/>
          <p:cNvSpPr/>
          <p:nvPr/>
        </p:nvSpPr>
        <p:spPr>
          <a:xfrm>
            <a:off x="7379208" y="225856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ECU 로그: REQ/RESP 연속 처리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V-A · 재현 3) 결과 해석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응답률보다 '의도한 속도를 못 낸다'는 것이 더 강한 증거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C7A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10초·1ms 간격을 목표했지만, 모니터는 실제로 그 속도를 내지 못했다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9D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V-A. 0x22 Read Data by ID 과부하 (재현)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1094415" cy="1600200"/>
          </a:xfrm>
          <a:prstGeom prst="roundRect">
            <a:avLst>
              <a:gd name="adj" fmla="val 3429"/>
            </a:avLst>
          </a:prstGeom>
          <a:solidFill>
            <a:srgbClr val="EAF4F2"/>
          </a:solidFill>
          <a:ln w="12700">
            <a:solidFill>
              <a:srgbClr val="C7D2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86000"/>
            <a:ext cx="33323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B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1,274 / 10,000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816352"/>
            <a:ext cx="3286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4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10초·1ms 간격 목표 대비 모니터가 실제로 보낸 요청 수 — 목표의 약 12.7%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38218" y="2286000"/>
            <a:ext cx="33323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B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≈7.85ms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338218" y="2816352"/>
            <a:ext cx="3286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4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모니터의 실제 평균 요청 간격 — 의도한 1ms의 약 8배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53477" y="2286000"/>
            <a:ext cx="33323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B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0.02 → 1.41ms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853477" y="2816352"/>
            <a:ext cx="3286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4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 요청의 평균 응답 지연 — 평상시 대비 약 70배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11094415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206240"/>
            <a:ext cx="104543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 공격자 플러딩과 자원(CAN 소켓, 파이썬 GIL)을 공유하는 것만으로 모니터 자신의 요청 루프가 목표 속도의 8분의 1까지 밀려난다. 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논문은 대상 ECU의 주기적 방송 메시지가 줄어드는 것으로 과부하를 확인했다 — 우리는 같은 방향의 효과를, 모니터 자신의 요청이 목표 속도를 내지 못하는 형태로 관찰했다.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V-A · 재현 4) 한계와 완화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가상 ECU는 실제 임베디드보다 훨씬 빠르다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C7A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완전 정지까지는 재현되지 않았다 — 임베디드 자원 제약이 없기 때문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9D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V-A. 0x22 Read Data by ID 과부하 (재현)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364328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04288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논문의 완화 방안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481568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ECU는 고빈도 0x22 요청을 임계율 이상에서 무시하거나 지연한다 (속도 제한).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요청이 인터럽트 서비스 루틴(ISR)에서 먼저 처리될 경우 정상 프로세스가 방해받는다는 관찰 — 방어책이 아니라 관찰된 트래픽 감소의 원인 가설이다.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78728" y="2103120"/>
            <a:ext cx="5364328" cy="3200400"/>
          </a:xfrm>
          <a:prstGeom prst="roundRect">
            <a:avLst>
              <a:gd name="adj" fmla="val 1714"/>
            </a:avLst>
          </a:prstGeom>
          <a:solidFill>
            <a:srgbClr val="EAF4F2"/>
          </a:solidFill>
          <a:ln w="12700">
            <a:solidFill>
              <a:srgbClr val="C7D2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3048" y="2304288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구현에 적용한다면 (발표자 제안)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53048" y="2651760"/>
            <a:ext cx="481568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4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stateful_ecu.py의 _serve 루프는 지금 state.handle()을 무조건 실행한다. recv 직후, handle 호출 전에 신원별 토큰 버킷 속도 제한을 두면 완전 정지가 아니라 초과분만 지연·거부하는 방식을 코드 수준에서 시험할 수 있다.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4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(논문 범위 밖 제안 — 미구현)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V-B. 세션 거부 · 재현 1) 목표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세션을 먼저 차지하면 정말 남을 막을 수 있는가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C7A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재현하려면 먼저 '지킬 세션 상태'부터 코드로 만들어야 했다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V-B. 세션 거부 (재현)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1094415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286000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논문의 가설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0x10 진단 세션 제어 메시지로 세션을 수립한 뒤 0x3E 테스터 프레즌트로 유지하면, ECU가 다른 정당한 0x10 요청을 무시할 수 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11094415" cy="1874520"/>
          </a:xfrm>
          <a:prstGeom prst="roundRect">
            <a:avLst>
              <a:gd name="adj" fmla="val 2927"/>
            </a:avLst>
          </a:prstGeom>
          <a:solidFill>
            <a:srgbClr val="FDF1E7"/>
          </a:solidFill>
          <a:ln w="12700">
            <a:solidFill>
              <a:srgbClr val="C7D2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023360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5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검증하려 한 것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4343400"/>
            <a:ext cx="104543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B565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fake_ecu.py는 세션 상태가 아예 없어 매 요청에 똑같이 응답한다. 그래서 논문이 가정하는 '정확히 하나의 세션' 규칙 자체를 stateful_ecu.py에 새로 구현한 뒤, 그 규칙이 실제로 악용되는지를 검증했다.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V-B · 재현 2) 구현 방법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세션 잠금 + CAN ID 신원 분리로 스푸핑을 모델링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C7A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stateful_ecu.py의 SessionState + attacks/session_denial.py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V-B. 세션 거부 (재현)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1094415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322576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212848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세션 잠금 구현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2505456"/>
            <a:ext cx="99056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SessionState가 holder(선점자)와 S3 타임아웃(기본 5초)을 추적 — holder가 아닌 신원의 0x10은 전부 NRC 0x22(conditionsNotCorrect)로 거부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127248"/>
            <a:ext cx="11094415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346704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236976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신원 분리로 스푸핑 모델링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529584"/>
            <a:ext cx="99056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SocketCAN isotp는 소스 주소가 아닌 CAN ID 쌍으로 상대를 구분 — 공격자(0x7E1/0x7E9)·정당 테스터(0x7E0/0x7E8)를 별도 ID로 두어 '다른 신원'을 표현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151376"/>
            <a:ext cx="11094415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370832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4261104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선점 유지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63040" y="4553712"/>
            <a:ext cx="99056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공격자가 0x10으로 세션을 잡은 뒤 keepalive-interval(기본 2초)마다 0x3E를 보내 S3 타임아웃 전에 계속 갱신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5312664"/>
            <a:ext cx="11094415" cy="502920"/>
          </a:xfrm>
          <a:prstGeom prst="roundRect">
            <a:avLst>
              <a:gd name="adj" fmla="val 10909"/>
            </a:avLst>
          </a:prstGeom>
          <a:solidFill>
            <a:srgbClr val="16233F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312664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2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attacks/session_denial.py --interface vcan0 --duration 30 --probe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V-B · 재현 3) 결과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granted 이후 모든 정당 접속 시도가 denied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V-B. 세션 거부 (재현)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6309360" cy="374904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</p:sp>
      <p:pic>
        <p:nvPicPr>
          <p:cNvPr id="7" name="Image 0" descr="imgs/session_cm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4194" y="2606040"/>
            <a:ext cx="3178252" cy="3017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7240" y="2313432"/>
            <a:ext cx="128016" cy="12801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9" name="Text 6"/>
          <p:cNvSpPr/>
          <p:nvPr/>
        </p:nvSpPr>
        <p:spPr>
          <a:xfrm>
            <a:off x="978408" y="225856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session_denial.py --probe 실행 로그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223760" y="2103120"/>
            <a:ext cx="4419295" cy="374904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</p:sp>
      <p:pic>
        <p:nvPicPr>
          <p:cNvPr id="11" name="Image 1" descr="imgs/session_candum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6376" y="2606040"/>
            <a:ext cx="1734064" cy="30175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452360" y="2313432"/>
            <a:ext cx="128016" cy="128016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3" name="Text 9"/>
          <p:cNvSpPr/>
          <p:nvPr/>
        </p:nvSpPr>
        <p:spPr>
          <a:xfrm>
            <a:off x="7653528" y="225856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9D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candump 원시 프레임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V-B · 재현 3) 결과 해석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정당 테스터는 세션이 풀릴 때까지 단 한 번도 성공하지 못한다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C7A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 프레임은 모두 규격을 지킨다 — 상태만으로 접속이 막힌다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V-B. 세션 거부 (재현)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1094415" cy="1600200"/>
          </a:xfrm>
          <a:prstGeom prst="roundRect">
            <a:avLst>
              <a:gd name="adj" fmla="val 3429"/>
            </a:avLst>
          </a:prstGeom>
          <a:solidFill>
            <a:srgbClr val="FDF1E7"/>
          </a:solidFill>
          <a:ln w="12700">
            <a:solidFill>
              <a:srgbClr val="C7D2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86000"/>
            <a:ext cx="33323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816352"/>
            <a:ext cx="3286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565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공격 지속 중 정당 테스터(legit probe)의 0x10 거부율 — 0x7F 10 22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38218" y="2286000"/>
            <a:ext cx="33323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5초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338218" y="2816352"/>
            <a:ext cx="3286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565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S3 타임아웃 — 공격자가 0x3E 갱신을 멈추면 이 시간 뒤 세션 자동 해제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53477" y="2286000"/>
            <a:ext cx="33323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2초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853477" y="2816352"/>
            <a:ext cx="3286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565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공격자의 TesterPresent 갱신 주기 — S3(5초)보다 짧아 세션을 계속 유지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11094415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206240"/>
            <a:ext cx="104543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 프레임(0x10, 0x3E)은 모두 규격을 위반하지 않는 정상 요청이다 — 값도, 형식도 올바르다.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다만 '상태'(지금 세션을 누가 쥐고 있는가)만으로 정당한 접속이 막힌다. 패킷 단위 검증만으로는 이 공격을 구분할 수 없다는 논문의 핵심 주장이 그대로 재현됐다.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V-B · 재현 4) 한계와 완화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구현에는 '누가 정당한가'를 가리는 장치가 없다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C7A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CAN ID만 다르면 스택은 두 신원을 동등하게 대우한다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V-B. 세션 거부 (재현)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364328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04288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논문의 완화 방안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481568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세션 요청 큐 시스템 — ECU가 하나의 세션에 고정되는 대신 여러 요청을 큐로 관리.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소스 주소 검증 — 승인되지 않은 주체가 세션을 수립하지 못하도록 세션 개시 전 진단 도구·소프트웨어를 인증.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78728" y="2103120"/>
            <a:ext cx="5364328" cy="3200400"/>
          </a:xfrm>
          <a:prstGeom prst="roundRect">
            <a:avLst>
              <a:gd name="adj" fmla="val 1714"/>
            </a:avLst>
          </a:prstGeom>
          <a:solidFill>
            <a:srgbClr val="FDF1E7"/>
          </a:solidFill>
          <a:ln w="12700">
            <a:solidFill>
              <a:srgbClr val="C7D2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3048" y="2304288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5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구현에 적용한다면 (발표자 제안)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53048" y="2651760"/>
            <a:ext cx="481568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565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SessionState.handle()은 지금 어떤 신원이든 동일하게 취급한다. 세션 개시(0x10, 비기본 세션) 직전에 신원별 사전 공유 토큰이나 허용 CAN ID 목록을 검사하도록 확장하면, 소스 검증을 코드 수준에서 바로 시험할 수 있다.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565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(논문 범위 밖 제안 — 미구현)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재현 결과 요약 ·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 결과 대비: 무엇이 재현됐고, 무엇이 남았나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C7A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인증을 우회하지 않고 프로토콜의 정상 동작을 역이용한다는 핵심 메커니즘은 두 공격 모두 그대로 재현됐다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9D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재현 결과 요약 (Summary)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91840"/>
                <a:gridCol w="3291840"/>
                <a:gridCol w="2773375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공격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논문 결과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우리 재현 결과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평가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0x22 과부하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임계 간격 이하에서 대상 ECU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정상 메시지 수 0으로 정지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모니터 요청 속도 목표의 12.7%로 저하,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응답 지연 최대 70배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4B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방향 일치 · 규모 축소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4B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(가상 ECU가 훨씬 빠름)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세션 거부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정당 진단 도구가 세션을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전혀 수립하지 못함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정당 접속 시도 100%가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NRC 0x22로 거부됨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4B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완전 재현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98348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16233F"/>
          </a:solidFill>
          <a:ln w="12700">
            <a:solidFill>
              <a:srgbClr val="C7D2E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98348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핵심: 두 공격 모두 세션·요청 상태를 조작할 뿐, 규격을 위반하는 패킷은 한 번도 보내지 않는다 — 표준을 지키는 시퀀스가 곧 공격이 된다.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이번 주 실습 · 시행착오 (공격 구현)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재현 과정에서 설계를 세 번 바꿨다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A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 실습 (Weekly Progress)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657600"/>
                <a:gridCol w="4144975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3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원인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3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조치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355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fake_ecu.py로는 세션 거부를 재현할 대상이 없음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요청마다 무상태로 응답 — '하나의 세션' 규칙 자체가 없음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stateful_ecu.py를 새로 작성해 세션 잠금·S3 타임아웃 구현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--flood 초기 버전이 실제로는 플러딩이 안 됨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송신 후 응답을 기다리는 루프라 자기 자신의 왕복 시간에 자동으로 맞춰짐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공격자(송신 전용)·모니터(측정 전용) 소켓을 분리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vcan0에는 '소스 주소'가 없어 스푸핑을 표현할 방법이 마땅치 않음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SocketCAN isotp는 CAN ID 쌍으로만 상대를 구분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공격자·정상 테스터를 별도 CAN ID 쌍으로 모델링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--help 실행조차 isotp 모듈을 요구해 개발 PC(Windows)에서 실패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인자 파싱 전에 무조건 import isotp를 실행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isotp import를 실제 소켓이 필요한 지점 이후로 이동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이번 주 실습 · 주제 발전 방향 (4조)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OVMS3·MQTT에서 UDS 진단 프로토콜 취약점으로, 주제 전환을 검토 중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C7A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4조 — 원래 제안 주제와 공통 UDS·vCAN 테스트베드 사이의 접점을 이번 주에 직접 확인했다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A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 실습 (Weekly Progress)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364328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04288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원래 제안 주제 (4조 초기 탐색 방향)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481568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OVMS3 MQTT-CAN 공격 흐름 분석 — 다른 조 대비 공통 UDS·vCAN 환경과 결이 달라, 재현·비교가 상대적으로 분리되는 주제였다.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테스트베드 실습(SocketCAN, UDS, Gallia)은 이번 주까지 다른 조와 동일하게 수행했다.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78728" y="2103120"/>
            <a:ext cx="5364328" cy="3200400"/>
          </a:xfrm>
          <a:prstGeom prst="roundRect">
            <a:avLst>
              <a:gd name="adj" fmla="val 1714"/>
            </a:avLst>
          </a:prstGeom>
          <a:solidFill>
            <a:srgbClr val="F1F4F9"/>
          </a:solidFill>
          <a:ln w="12700">
            <a:solidFill>
              <a:srgbClr val="C7D2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3048" y="2304288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33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 이후 검토 중인 방향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53048" y="2651760"/>
            <a:ext cx="481568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333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0x22 과부하·세션 거부 재현이 실제로 성공하면서, 주제를 UDS 진단 프로토콜 취약점 쪽으로 전환하거나, 기존 주제를 유지한 채 진단 잼(V-C)까지 구현해 논문의 공격 세 가지를 모두 다루는 방향을 함께 검토 중이다.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333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방향은 다음 주 팀 논의로 확정한다.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이번 주 실습 · 다음 주 계획 (4조)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 방향을 확정하고, 세 번째 공격까지 완성한다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A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 실습 (Weekly Progress)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203704"/>
            <a:ext cx="457200" cy="457200"/>
          </a:xfrm>
          <a:prstGeom prst="ellipse">
            <a:avLst/>
          </a:prstGeom>
          <a:solidFill>
            <a:srgbClr val="8899B5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203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2212848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 방향 확정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63040" y="2505456"/>
            <a:ext cx="9905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OVMS3·MQTT 유지 vs UDS 진단 프로토콜 취약점으로 전환 — 팀 내부 논의로 다음 주 초 확정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852928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953512"/>
            <a:ext cx="457200" cy="457200"/>
          </a:xfrm>
          <a:prstGeom prst="ellipse">
            <a:avLst/>
          </a:prstGeom>
          <a:solidFill>
            <a:srgbClr val="8899B5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2962656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 잼(V-C) 재현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3255264"/>
            <a:ext cx="9905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ISO-TP Flow Control Wait/CTS 패턴을 stateful_ecu.py에 확장 — UDS로 방향이 정해지면 논문의 공격 세 가지를 모두 구현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602736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703320"/>
            <a:ext cx="457200" cy="457200"/>
          </a:xfrm>
          <a:prstGeom prst="ellipse">
            <a:avLst/>
          </a:prstGeom>
          <a:solidFill>
            <a:srgbClr val="8899B5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3712464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iso14229 C ECU 대상 실험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63040" y="4005072"/>
            <a:ext cx="9905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서브모듈로 있는 iso14229로 같은 공격을 재시험 — 실제 임베디드에 더 가까운 재현 시도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352544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4453128"/>
            <a:ext cx="457200" cy="457200"/>
          </a:xfrm>
          <a:prstGeom prst="ellipse">
            <a:avLst/>
          </a:prstGeom>
          <a:solidFill>
            <a:srgbClr val="8899B5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453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63040" y="4462272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 제한 · 소스 검증 완화안 구현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63040" y="4754880"/>
            <a:ext cx="9905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한계와 완화 슬라이드에서 제안만 했던 방어 코드(속도 제한, 소스 검증)를 실제로 stateful_ecu.py에 붙여 효과 확인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5102352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7D2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202936"/>
            <a:ext cx="457200" cy="457200"/>
          </a:xfrm>
          <a:prstGeom prst="ellipse">
            <a:avLst/>
          </a:prstGeom>
          <a:solidFill>
            <a:srgbClr val="8899B5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202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63040" y="5212080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QEMU 기본 구성 (공통 실습)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463040" y="5504688"/>
            <a:ext cx="9905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팀에서 정한 보드/이미지의 부팅과 네트워크 접근 검증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2026-08-22T16:21:41Z</dcterms:created>
  <dcterms:modified xsi:type="dcterms:W3CDTF">2026-08-22T16:21:41Z</dcterms:modified>
</cp:coreProperties>
</file>